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9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7315200" cy="1371600"/>
          </a:xfrm>
        </p:spPr>
        <p:txBody>
          <a:bodyPr/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Tech Service Support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57600"/>
            <a:ext cx="7315200" cy="914400"/>
          </a:xfrm>
        </p:spPr>
        <p:txBody>
          <a:bodyPr/>
          <a:lstStyle/>
          <a:p>
            <a:pPr>
              <a:defRPr sz="2400">
                <a:solidFill>
                  <a:srgbClr val="34495E"/>
                </a:solidFill>
              </a:defRPr>
            </a:pPr>
            <a:r>
              <a:t>A Web Application for Hardware &amp; Software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457200"/>
            <a:ext cx="7315200" cy="0"/>
          </a:xfrm>
        </p:spPr>
        <p:txBody>
          <a:bodyPr>
            <a:normAutofit fontScale="90000"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1. About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371600"/>
            <a:ext cx="7315200" cy="5029200"/>
          </a:xfrm>
        </p:spPr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Tech Service Support is a web application designed to help people fix their computer problems.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It connects users with professional technicians for hardware and software issues.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Users can register, find a service provider, and request help easily.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The system helps manage requests and tracks the status of repairs.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Key features include user dashboards, provider listings, and service tracking.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457200"/>
            <a:ext cx="7315200" cy="0"/>
          </a:xfrm>
        </p:spPr>
        <p:txBody>
          <a:bodyPr>
            <a:normAutofit fontScale="90000"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rPr dirty="0"/>
              <a:t>2. Hardware &amp; Software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371600"/>
            <a:ext cx="7315200" cy="5029200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Hardware Specifications:</a:t>
            </a:r>
          </a:p>
          <a:p>
            <a:pPr lvl="1"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RAM: 2 GB</a:t>
            </a:r>
          </a:p>
          <a:p>
            <a:pPr lvl="1"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ROM (Storage): 256 GB</a:t>
            </a:r>
          </a:p>
          <a:p>
            <a:pPr lvl="1"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Processor linked with Windows 7 32-bit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Software Specifications:</a:t>
            </a:r>
            <a:endParaRPr lang="en-US" dirty="0"/>
          </a:p>
          <a:p>
            <a:pPr marL="0" indent="0">
              <a:spcAft>
                <a:spcPts val="10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en-US" dirty="0"/>
              <a:t>        --   Front-end : HTML, CSS</a:t>
            </a:r>
            <a:endParaRPr dirty="0"/>
          </a:p>
          <a:p>
            <a:pPr lvl="1"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Operating System: Windows 7 32-bit</a:t>
            </a:r>
          </a:p>
          <a:p>
            <a:pPr lvl="1"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Backend Language: PHP version 7.3.2</a:t>
            </a:r>
          </a:p>
          <a:p>
            <a:pPr lvl="1"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Database: MySQL version 5.10</a:t>
            </a:r>
          </a:p>
          <a:p>
            <a:pPr lvl="1"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Server Environment: XAMPP version 3.2.2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457200"/>
            <a:ext cx="7315200" cy="0"/>
          </a:xfrm>
        </p:spPr>
        <p:txBody>
          <a:bodyPr>
            <a:normAutofit fontScale="90000"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3. 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371600"/>
            <a:ext cx="7315200" cy="5029200"/>
          </a:xfrm>
        </p:spPr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Difficulty in finding reliable technicians for specific computer problems.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Lack of transparency in repair costs and service status.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Time-consuming process of visiting multiple shops to find the right expert.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No easy way to keep track of previous repairs and service history.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Communication gaps between customers and service providers.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00331"/>
            <a:ext cx="7315200" cy="0"/>
          </a:xfrm>
        </p:spPr>
        <p:txBody>
          <a:bodyPr>
            <a:normAutofit fontScale="90000"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4. System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0830" y="1112806"/>
            <a:ext cx="7315200" cy="5029200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Existing System:</a:t>
            </a:r>
          </a:p>
          <a:p>
            <a:pPr lvl="1"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Manual Search: People have to physically go to shops.</a:t>
            </a:r>
          </a:p>
          <a:p>
            <a:pPr lvl="1"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No Records: Paper-based or verbal tracking of complaints.</a:t>
            </a:r>
          </a:p>
          <a:p>
            <a:pPr lvl="1"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Slow Process: Takes a long time to get updates.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Proposed System:</a:t>
            </a:r>
          </a:p>
          <a:p>
            <a:pPr lvl="1"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Online Platform: specific website to login and request service.</a:t>
            </a:r>
          </a:p>
          <a:p>
            <a:pPr lvl="1"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Digital Records: All data is saved in a database (MySQL).</a:t>
            </a:r>
          </a:p>
          <a:p>
            <a:pPr lvl="1"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Real-time Updates: specialized dashboard to view status.</a:t>
            </a:r>
          </a:p>
          <a:p>
            <a:pPr lvl="1"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Categories: Clear separation of Hardware and Software services.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457200"/>
            <a:ext cx="7315200" cy="0"/>
          </a:xfrm>
        </p:spPr>
        <p:txBody>
          <a:bodyPr>
            <a:normAutofit fontScale="90000"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5.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371600"/>
            <a:ext cx="7315200" cy="5029200"/>
          </a:xfrm>
        </p:spPr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User Module: Users can sign up, log in, view providers, and send requests.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Provider Module: Technicians can manage their profiles and accept/reject requests.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Admin Module: Oversees the entire system operations.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Status Tracking: Requests move from 'Pending' to 'In Progress' to 'Completed'.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Security: Secure login for all users to protect personal data and service history.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372EFE-3ACA-46D0-C46B-0D5EBD14D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67406F1-7420-D991-37C7-84F420F4505E}"/>
              </a:ext>
            </a:extLst>
          </p:cNvPr>
          <p:cNvSpPr txBox="1"/>
          <p:nvPr/>
        </p:nvSpPr>
        <p:spPr>
          <a:xfrm>
            <a:off x="983411" y="744772"/>
            <a:ext cx="21697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>
                <a:solidFill>
                  <a:srgbClr val="2C3E50"/>
                </a:solidFill>
                <a:latin typeface="Arial Black"/>
              </a:defRPr>
            </a:pPr>
            <a:r>
              <a:rPr sz="1400"/>
              <a:t>6. Dataflow Diagram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9DB13B-5867-0D86-4071-56641E3FBAA0}"/>
              </a:ext>
            </a:extLst>
          </p:cNvPr>
          <p:cNvSpPr txBox="1"/>
          <p:nvPr/>
        </p:nvSpPr>
        <p:spPr>
          <a:xfrm>
            <a:off x="831011" y="1811572"/>
            <a:ext cx="995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>
                <a:solidFill>
                  <a:srgbClr val="2C3E50"/>
                </a:solidFill>
                <a:latin typeface="Arial Black"/>
              </a:defRPr>
            </a:pPr>
            <a:r>
              <a:rPr lang="en-US" sz="1400" dirty="0"/>
              <a:t>Level 0 :</a:t>
            </a:r>
            <a:endParaRPr sz="14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99602BB-18EE-6036-DDBE-65D0AA241CD2}"/>
              </a:ext>
            </a:extLst>
          </p:cNvPr>
          <p:cNvSpPr/>
          <p:nvPr/>
        </p:nvSpPr>
        <p:spPr>
          <a:xfrm>
            <a:off x="5235197" y="2863977"/>
            <a:ext cx="1500193" cy="13365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IN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F349D01C-834F-14E1-1253-7B78960E39D9}"/>
              </a:ext>
            </a:extLst>
          </p:cNvPr>
          <p:cNvSpPr/>
          <p:nvPr/>
        </p:nvSpPr>
        <p:spPr>
          <a:xfrm>
            <a:off x="2052970" y="3156118"/>
            <a:ext cx="1731264" cy="7589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All users</a:t>
            </a:r>
            <a:endParaRPr lang="en-IN" sz="14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D42A5AB-9F4D-3271-0085-E06CE3F15261}"/>
              </a:ext>
            </a:extLst>
          </p:cNvPr>
          <p:cNvCxnSpPr>
            <a:cxnSpLocks/>
          </p:cNvCxnSpPr>
          <p:nvPr/>
        </p:nvCxnSpPr>
        <p:spPr>
          <a:xfrm>
            <a:off x="3784233" y="3527973"/>
            <a:ext cx="1434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FDD603A-B2B9-5090-98F9-D37168CF5046}"/>
              </a:ext>
            </a:extLst>
          </p:cNvPr>
          <p:cNvSpPr/>
          <p:nvPr/>
        </p:nvSpPr>
        <p:spPr>
          <a:xfrm>
            <a:off x="-103509" y="0"/>
            <a:ext cx="9144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55111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  <a:alpha val="5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E28996-BA48-C6EC-0CAE-50BC7E1D2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A4270-703F-3EF4-73C4-09574A68A748}"/>
              </a:ext>
            </a:extLst>
          </p:cNvPr>
          <p:cNvSpPr txBox="1">
            <a:spLocks/>
          </p:cNvSpPr>
          <p:nvPr/>
        </p:nvSpPr>
        <p:spPr>
          <a:xfrm rot="10800000" flipV="1">
            <a:off x="1529633" y="386007"/>
            <a:ext cx="1938529" cy="596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2C3E50"/>
                </a:solidFill>
              </a:defRPr>
            </a:pPr>
            <a:r>
              <a:rPr lang="en-US" sz="2000" b="1" dirty="0"/>
              <a:t>DFD Level 1 :</a:t>
            </a:r>
            <a:endParaRPr lang="en-IN" sz="20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757547A-420C-410A-13CE-68D85D494B7F}"/>
              </a:ext>
            </a:extLst>
          </p:cNvPr>
          <p:cNvSpPr/>
          <p:nvPr/>
        </p:nvSpPr>
        <p:spPr>
          <a:xfrm>
            <a:off x="4407061" y="1255776"/>
            <a:ext cx="1682496" cy="13660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Login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658FB0D-82F6-2432-4A70-6E541C5C0CFF}"/>
              </a:ext>
            </a:extLst>
          </p:cNvPr>
          <p:cNvCxnSpPr>
            <a:cxnSpLocks/>
            <a:stCxn id="14" idx="6"/>
          </p:cNvCxnSpPr>
          <p:nvPr/>
        </p:nvCxnSpPr>
        <p:spPr>
          <a:xfrm flipV="1">
            <a:off x="6175820" y="3510951"/>
            <a:ext cx="1644897" cy="541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278BBA-BE9B-C6F1-D6FD-F5DEC83043B9}"/>
              </a:ext>
            </a:extLst>
          </p:cNvPr>
          <p:cNvCxnSpPr/>
          <p:nvPr/>
        </p:nvCxnSpPr>
        <p:spPr>
          <a:xfrm>
            <a:off x="7756649" y="1489093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BCC52F-9075-E603-6F52-A67BFEB98576}"/>
              </a:ext>
            </a:extLst>
          </p:cNvPr>
          <p:cNvCxnSpPr/>
          <p:nvPr/>
        </p:nvCxnSpPr>
        <p:spPr>
          <a:xfrm>
            <a:off x="7756649" y="1492141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0DFF69-9A90-8783-DECD-F6E47D8283AE}"/>
              </a:ext>
            </a:extLst>
          </p:cNvPr>
          <p:cNvCxnSpPr>
            <a:cxnSpLocks/>
          </p:cNvCxnSpPr>
          <p:nvPr/>
        </p:nvCxnSpPr>
        <p:spPr>
          <a:xfrm>
            <a:off x="7756649" y="2357773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47F550-BC1B-8666-F2B5-3FF58AD3F66C}"/>
              </a:ext>
            </a:extLst>
          </p:cNvPr>
          <p:cNvCxnSpPr>
            <a:cxnSpLocks/>
          </p:cNvCxnSpPr>
          <p:nvPr/>
        </p:nvCxnSpPr>
        <p:spPr>
          <a:xfrm>
            <a:off x="7939529" y="1492141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986E6E99-2972-431C-EBD4-87A2705E055A}"/>
              </a:ext>
            </a:extLst>
          </p:cNvPr>
          <p:cNvSpPr/>
          <p:nvPr/>
        </p:nvSpPr>
        <p:spPr>
          <a:xfrm>
            <a:off x="1216207" y="1551608"/>
            <a:ext cx="1743341" cy="7589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Admin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5BE37C-32E1-AF90-FBEA-96F529522EBF}"/>
              </a:ext>
            </a:extLst>
          </p:cNvPr>
          <p:cNvCxnSpPr>
            <a:cxnSpLocks/>
          </p:cNvCxnSpPr>
          <p:nvPr/>
        </p:nvCxnSpPr>
        <p:spPr>
          <a:xfrm>
            <a:off x="2947471" y="1923463"/>
            <a:ext cx="14447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B136418-282E-0A25-8474-5DD9F45922E3}"/>
              </a:ext>
            </a:extLst>
          </p:cNvPr>
          <p:cNvSpPr txBox="1"/>
          <p:nvPr/>
        </p:nvSpPr>
        <p:spPr>
          <a:xfrm>
            <a:off x="8000374" y="1708604"/>
            <a:ext cx="938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admins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F979A2-7C73-50AE-B011-32FEFE80DA6C}"/>
              </a:ext>
            </a:extLst>
          </p:cNvPr>
          <p:cNvCxnSpPr>
            <a:cxnSpLocks/>
          </p:cNvCxnSpPr>
          <p:nvPr/>
        </p:nvCxnSpPr>
        <p:spPr>
          <a:xfrm>
            <a:off x="5287525" y="2621855"/>
            <a:ext cx="6096" cy="725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89D05710-0D2D-C006-B455-D5A1BE6A7B79}"/>
              </a:ext>
            </a:extLst>
          </p:cNvPr>
          <p:cNvSpPr/>
          <p:nvPr/>
        </p:nvSpPr>
        <p:spPr>
          <a:xfrm>
            <a:off x="4432261" y="3375807"/>
            <a:ext cx="1743559" cy="13527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Review contacts/</a:t>
            </a:r>
          </a:p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requests</a:t>
            </a:r>
            <a:endParaRPr lang="en-IN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E28C04C-F8B4-0A40-A0D6-CD39DCC64801}"/>
              </a:ext>
            </a:extLst>
          </p:cNvPr>
          <p:cNvCxnSpPr/>
          <p:nvPr/>
        </p:nvCxnSpPr>
        <p:spPr>
          <a:xfrm>
            <a:off x="7820717" y="3062437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90C370-923D-6067-5906-DA692022E0E4}"/>
              </a:ext>
            </a:extLst>
          </p:cNvPr>
          <p:cNvCxnSpPr/>
          <p:nvPr/>
        </p:nvCxnSpPr>
        <p:spPr>
          <a:xfrm>
            <a:off x="7820717" y="3053293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FDB20F-FC0E-375A-6BEB-8F30D73F3172}"/>
              </a:ext>
            </a:extLst>
          </p:cNvPr>
          <p:cNvCxnSpPr>
            <a:cxnSpLocks/>
          </p:cNvCxnSpPr>
          <p:nvPr/>
        </p:nvCxnSpPr>
        <p:spPr>
          <a:xfrm>
            <a:off x="7820717" y="3931117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E78502-5433-8E07-7EE2-E21AEE7AF3AB}"/>
              </a:ext>
            </a:extLst>
          </p:cNvPr>
          <p:cNvCxnSpPr>
            <a:cxnSpLocks/>
          </p:cNvCxnSpPr>
          <p:nvPr/>
        </p:nvCxnSpPr>
        <p:spPr>
          <a:xfrm>
            <a:off x="8003597" y="3065485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D7BBD25-8256-270A-C161-0C66E4E584E6}"/>
              </a:ext>
            </a:extLst>
          </p:cNvPr>
          <p:cNvSpPr txBox="1"/>
          <p:nvPr/>
        </p:nvSpPr>
        <p:spPr>
          <a:xfrm>
            <a:off x="8003481" y="3307826"/>
            <a:ext cx="106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</a:t>
            </a:r>
            <a:endParaRPr lang="en-IN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B9FB987-88EA-AE68-9C5F-304D74644843}"/>
              </a:ext>
            </a:extLst>
          </p:cNvPr>
          <p:cNvCxnSpPr/>
          <p:nvPr/>
        </p:nvCxnSpPr>
        <p:spPr>
          <a:xfrm>
            <a:off x="6085309" y="1937149"/>
            <a:ext cx="1682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88AE336-253B-EE81-9A41-C8AAFD2CFAB8}"/>
              </a:ext>
            </a:extLst>
          </p:cNvPr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62DA28-C7B2-E90D-6043-960B87A2BB65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5304041" y="4728540"/>
            <a:ext cx="3959" cy="522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819BF7B-AD21-5F01-67B2-EAD501FA8E4A}"/>
              </a:ext>
            </a:extLst>
          </p:cNvPr>
          <p:cNvSpPr/>
          <p:nvPr/>
        </p:nvSpPr>
        <p:spPr>
          <a:xfrm>
            <a:off x="4446640" y="5236243"/>
            <a:ext cx="1743559" cy="13527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Update Profile</a:t>
            </a:r>
            <a:endParaRPr lang="en-IN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1BBA7A0-37A2-C547-C659-2ED7D02116A5}"/>
              </a:ext>
            </a:extLst>
          </p:cNvPr>
          <p:cNvCxnSpPr/>
          <p:nvPr/>
        </p:nvCxnSpPr>
        <p:spPr>
          <a:xfrm>
            <a:off x="7817840" y="4215507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12608C0-C0D8-5F89-3CC5-F7DB7BB33E14}"/>
              </a:ext>
            </a:extLst>
          </p:cNvPr>
          <p:cNvCxnSpPr/>
          <p:nvPr/>
        </p:nvCxnSpPr>
        <p:spPr>
          <a:xfrm>
            <a:off x="7817840" y="4206363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9E8E4B6-5AD2-BAFD-3565-DB40B815FD05}"/>
              </a:ext>
            </a:extLst>
          </p:cNvPr>
          <p:cNvCxnSpPr>
            <a:cxnSpLocks/>
          </p:cNvCxnSpPr>
          <p:nvPr/>
        </p:nvCxnSpPr>
        <p:spPr>
          <a:xfrm>
            <a:off x="7817840" y="5084187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09256BF-1969-C1F6-3375-C370ED111A8A}"/>
              </a:ext>
            </a:extLst>
          </p:cNvPr>
          <p:cNvCxnSpPr>
            <a:cxnSpLocks/>
          </p:cNvCxnSpPr>
          <p:nvPr/>
        </p:nvCxnSpPr>
        <p:spPr>
          <a:xfrm>
            <a:off x="8000720" y="4218555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73F1EC3-76DA-B468-B168-E2426B2D33DF}"/>
              </a:ext>
            </a:extLst>
          </p:cNvPr>
          <p:cNvSpPr txBox="1"/>
          <p:nvPr/>
        </p:nvSpPr>
        <p:spPr>
          <a:xfrm>
            <a:off x="8000604" y="4460896"/>
            <a:ext cx="106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provider</a:t>
            </a:r>
            <a:endParaRPr lang="en-IN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D7C3EC3-4629-C590-D748-9080C24ECBEE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6175820" y="4052174"/>
            <a:ext cx="1642019" cy="600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97DFE9-D59F-06BF-BA17-0DE0D798A83C}"/>
              </a:ext>
            </a:extLst>
          </p:cNvPr>
          <p:cNvCxnSpPr>
            <a:cxnSpLocks/>
          </p:cNvCxnSpPr>
          <p:nvPr/>
        </p:nvCxnSpPr>
        <p:spPr>
          <a:xfrm>
            <a:off x="7805537" y="5514749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2C39587-413C-91AA-F3E8-361317EAAC46}"/>
              </a:ext>
            </a:extLst>
          </p:cNvPr>
          <p:cNvCxnSpPr>
            <a:cxnSpLocks/>
          </p:cNvCxnSpPr>
          <p:nvPr/>
        </p:nvCxnSpPr>
        <p:spPr>
          <a:xfrm>
            <a:off x="7805537" y="5517797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2E64E0A-5BD9-E3A1-5AAD-E637F5BDE120}"/>
              </a:ext>
            </a:extLst>
          </p:cNvPr>
          <p:cNvCxnSpPr>
            <a:cxnSpLocks/>
          </p:cNvCxnSpPr>
          <p:nvPr/>
        </p:nvCxnSpPr>
        <p:spPr>
          <a:xfrm>
            <a:off x="7805537" y="6383429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5A1FABA-6D9D-E4F7-6F23-929112D475CC}"/>
              </a:ext>
            </a:extLst>
          </p:cNvPr>
          <p:cNvCxnSpPr>
            <a:cxnSpLocks/>
          </p:cNvCxnSpPr>
          <p:nvPr/>
        </p:nvCxnSpPr>
        <p:spPr>
          <a:xfrm>
            <a:off x="7988417" y="5517797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202201E-F51C-CBF6-2570-2ED85EDCA6E2}"/>
              </a:ext>
            </a:extLst>
          </p:cNvPr>
          <p:cNvSpPr txBox="1"/>
          <p:nvPr/>
        </p:nvSpPr>
        <p:spPr>
          <a:xfrm>
            <a:off x="8049262" y="5734260"/>
            <a:ext cx="938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admins</a:t>
            </a:r>
            <a:endParaRPr lang="en-IN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B3C06CF-FAEB-7E7E-8850-9C9A07DF99BE}"/>
              </a:ext>
            </a:extLst>
          </p:cNvPr>
          <p:cNvCxnSpPr>
            <a:cxnSpLocks/>
          </p:cNvCxnSpPr>
          <p:nvPr/>
        </p:nvCxnSpPr>
        <p:spPr>
          <a:xfrm>
            <a:off x="6168701" y="5962805"/>
            <a:ext cx="16336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196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  <a:alpha val="6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51F96B-37C5-93AB-132A-EECD31F0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F6042-0C9B-C67F-147E-7FCA7DCF7C30}"/>
              </a:ext>
            </a:extLst>
          </p:cNvPr>
          <p:cNvSpPr txBox="1">
            <a:spLocks/>
          </p:cNvSpPr>
          <p:nvPr/>
        </p:nvSpPr>
        <p:spPr>
          <a:xfrm rot="10800000" flipV="1">
            <a:off x="1529633" y="386007"/>
            <a:ext cx="1938529" cy="596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2C3E50"/>
                </a:solidFill>
              </a:defRPr>
            </a:pPr>
            <a:r>
              <a:rPr lang="en-US" sz="2000" b="1" dirty="0"/>
              <a:t>DFD Level 2 :</a:t>
            </a:r>
            <a:endParaRPr lang="en-IN" sz="20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33E5E85-6B85-CC67-1E9C-5B38A5EE1604}"/>
              </a:ext>
            </a:extLst>
          </p:cNvPr>
          <p:cNvSpPr/>
          <p:nvPr/>
        </p:nvSpPr>
        <p:spPr>
          <a:xfrm>
            <a:off x="4407061" y="1255776"/>
            <a:ext cx="1682496" cy="13660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Login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662734-35C1-C726-646B-6E132A6732DB}"/>
              </a:ext>
            </a:extLst>
          </p:cNvPr>
          <p:cNvCxnSpPr/>
          <p:nvPr/>
        </p:nvCxnSpPr>
        <p:spPr>
          <a:xfrm>
            <a:off x="7756649" y="1489093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579371-F37A-7C1E-D674-090DB7DCDD04}"/>
              </a:ext>
            </a:extLst>
          </p:cNvPr>
          <p:cNvCxnSpPr/>
          <p:nvPr/>
        </p:nvCxnSpPr>
        <p:spPr>
          <a:xfrm>
            <a:off x="7756649" y="1492141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54D084-3F0F-3413-4910-A2936FEC86A1}"/>
              </a:ext>
            </a:extLst>
          </p:cNvPr>
          <p:cNvCxnSpPr>
            <a:cxnSpLocks/>
          </p:cNvCxnSpPr>
          <p:nvPr/>
        </p:nvCxnSpPr>
        <p:spPr>
          <a:xfrm>
            <a:off x="7756649" y="2357773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4A2279C-BDE7-0D86-0F09-42ABB0211EE3}"/>
              </a:ext>
            </a:extLst>
          </p:cNvPr>
          <p:cNvCxnSpPr>
            <a:cxnSpLocks/>
          </p:cNvCxnSpPr>
          <p:nvPr/>
        </p:nvCxnSpPr>
        <p:spPr>
          <a:xfrm>
            <a:off x="7939529" y="1492141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D25111AF-1759-8D65-A9E7-FFD1BE9479B7}"/>
              </a:ext>
            </a:extLst>
          </p:cNvPr>
          <p:cNvSpPr/>
          <p:nvPr/>
        </p:nvSpPr>
        <p:spPr>
          <a:xfrm>
            <a:off x="1216207" y="1551608"/>
            <a:ext cx="1743341" cy="7589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Providers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007A3D-56AC-1D5E-9C81-F461DBC626D8}"/>
              </a:ext>
            </a:extLst>
          </p:cNvPr>
          <p:cNvCxnSpPr>
            <a:cxnSpLocks/>
          </p:cNvCxnSpPr>
          <p:nvPr/>
        </p:nvCxnSpPr>
        <p:spPr>
          <a:xfrm>
            <a:off x="2947471" y="1923463"/>
            <a:ext cx="14447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35DF25F-E413-F911-797D-67BF35371165}"/>
              </a:ext>
            </a:extLst>
          </p:cNvPr>
          <p:cNvSpPr txBox="1"/>
          <p:nvPr/>
        </p:nvSpPr>
        <p:spPr>
          <a:xfrm>
            <a:off x="8000373" y="1708604"/>
            <a:ext cx="1117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providers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FBC5F52-C5C2-BA87-713E-FE6F12E10B64}"/>
              </a:ext>
            </a:extLst>
          </p:cNvPr>
          <p:cNvCxnSpPr>
            <a:cxnSpLocks/>
          </p:cNvCxnSpPr>
          <p:nvPr/>
        </p:nvCxnSpPr>
        <p:spPr>
          <a:xfrm>
            <a:off x="5287525" y="2621855"/>
            <a:ext cx="6096" cy="725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9FAC786A-6842-43C3-E6B8-9788AF8B50D2}"/>
              </a:ext>
            </a:extLst>
          </p:cNvPr>
          <p:cNvSpPr/>
          <p:nvPr/>
        </p:nvSpPr>
        <p:spPr>
          <a:xfrm>
            <a:off x="4415009" y="3375807"/>
            <a:ext cx="1743559" cy="13527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Review contact details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864D1A7-CEF6-0480-330B-6553CE633388}"/>
              </a:ext>
            </a:extLst>
          </p:cNvPr>
          <p:cNvCxnSpPr/>
          <p:nvPr/>
        </p:nvCxnSpPr>
        <p:spPr>
          <a:xfrm>
            <a:off x="6085309" y="1937149"/>
            <a:ext cx="1682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16FCA60-C931-03C2-FADD-D9A1E8F43EB4}"/>
              </a:ext>
            </a:extLst>
          </p:cNvPr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7F36EB5-436E-FF65-33BF-BFCF87E3A831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5286789" y="4728540"/>
            <a:ext cx="3959" cy="522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9DD3AC4-88D1-62AD-B1C9-B7D7E08959E8}"/>
              </a:ext>
            </a:extLst>
          </p:cNvPr>
          <p:cNvSpPr/>
          <p:nvPr/>
        </p:nvSpPr>
        <p:spPr>
          <a:xfrm>
            <a:off x="4446640" y="5236243"/>
            <a:ext cx="1743559" cy="13527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Update Profile</a:t>
            </a:r>
            <a:endParaRPr lang="en-IN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439DE90-3064-BE66-F25B-D781AFBFB9C8}"/>
              </a:ext>
            </a:extLst>
          </p:cNvPr>
          <p:cNvCxnSpPr>
            <a:cxnSpLocks/>
          </p:cNvCxnSpPr>
          <p:nvPr/>
        </p:nvCxnSpPr>
        <p:spPr>
          <a:xfrm>
            <a:off x="7805537" y="5514749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1D31A59-C070-4445-286C-E6A5A4B89A89}"/>
              </a:ext>
            </a:extLst>
          </p:cNvPr>
          <p:cNvCxnSpPr>
            <a:cxnSpLocks/>
          </p:cNvCxnSpPr>
          <p:nvPr/>
        </p:nvCxnSpPr>
        <p:spPr>
          <a:xfrm>
            <a:off x="7805537" y="5517797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0D3EC97-B040-CF8C-5202-C6CC8B04574F}"/>
              </a:ext>
            </a:extLst>
          </p:cNvPr>
          <p:cNvCxnSpPr>
            <a:cxnSpLocks/>
          </p:cNvCxnSpPr>
          <p:nvPr/>
        </p:nvCxnSpPr>
        <p:spPr>
          <a:xfrm>
            <a:off x="7805537" y="6383429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EE9E908-9077-3A33-AA63-16A169A62280}"/>
              </a:ext>
            </a:extLst>
          </p:cNvPr>
          <p:cNvCxnSpPr>
            <a:cxnSpLocks/>
          </p:cNvCxnSpPr>
          <p:nvPr/>
        </p:nvCxnSpPr>
        <p:spPr>
          <a:xfrm>
            <a:off x="7988417" y="5517797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99982FB-4E26-7087-0439-54C6BA81111E}"/>
              </a:ext>
            </a:extLst>
          </p:cNvPr>
          <p:cNvSpPr txBox="1"/>
          <p:nvPr/>
        </p:nvSpPr>
        <p:spPr>
          <a:xfrm>
            <a:off x="8049262" y="5734260"/>
            <a:ext cx="1094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providers</a:t>
            </a:r>
            <a:endParaRPr lang="en-IN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D7198DD-72A9-29D8-3BF7-12E941D815C2}"/>
              </a:ext>
            </a:extLst>
          </p:cNvPr>
          <p:cNvCxnSpPr>
            <a:cxnSpLocks/>
          </p:cNvCxnSpPr>
          <p:nvPr/>
        </p:nvCxnSpPr>
        <p:spPr>
          <a:xfrm>
            <a:off x="6168701" y="5962805"/>
            <a:ext cx="16336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F81B5EC-E29C-0F84-8242-4B61C6392DEA}"/>
              </a:ext>
            </a:extLst>
          </p:cNvPr>
          <p:cNvCxnSpPr/>
          <p:nvPr/>
        </p:nvCxnSpPr>
        <p:spPr>
          <a:xfrm>
            <a:off x="7831415" y="3634199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497BE13-A1EE-C696-95AC-A7B529252AD9}"/>
              </a:ext>
            </a:extLst>
          </p:cNvPr>
          <p:cNvCxnSpPr/>
          <p:nvPr/>
        </p:nvCxnSpPr>
        <p:spPr>
          <a:xfrm>
            <a:off x="7831415" y="3637247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0DDC38-A1BF-7698-A0AC-CC57623F8EAC}"/>
              </a:ext>
            </a:extLst>
          </p:cNvPr>
          <p:cNvCxnSpPr>
            <a:cxnSpLocks/>
          </p:cNvCxnSpPr>
          <p:nvPr/>
        </p:nvCxnSpPr>
        <p:spPr>
          <a:xfrm>
            <a:off x="7831415" y="4502879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A534168-6EAC-5D8A-B4D1-EF8EA6A69444}"/>
              </a:ext>
            </a:extLst>
          </p:cNvPr>
          <p:cNvCxnSpPr>
            <a:cxnSpLocks/>
          </p:cNvCxnSpPr>
          <p:nvPr/>
        </p:nvCxnSpPr>
        <p:spPr>
          <a:xfrm>
            <a:off x="8014295" y="3637247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F230785-A619-3933-FB89-22B19BA52591}"/>
              </a:ext>
            </a:extLst>
          </p:cNvPr>
          <p:cNvSpPr txBox="1"/>
          <p:nvPr/>
        </p:nvSpPr>
        <p:spPr>
          <a:xfrm>
            <a:off x="8075140" y="3853710"/>
            <a:ext cx="1042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requests</a:t>
            </a:r>
            <a:endParaRPr lang="en-IN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16CC231-06E6-FF97-3EA1-A2F725E0FC06}"/>
              </a:ext>
            </a:extLst>
          </p:cNvPr>
          <p:cNvCxnSpPr/>
          <p:nvPr/>
        </p:nvCxnSpPr>
        <p:spPr>
          <a:xfrm>
            <a:off x="6160075" y="4082255"/>
            <a:ext cx="1682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380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  <a:alpha val="54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DB75F-2C0E-CFF6-5F86-720EF1D1F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05A7B-D9E7-B3F0-CCAF-CF1CAFAAE3CF}"/>
              </a:ext>
            </a:extLst>
          </p:cNvPr>
          <p:cNvSpPr txBox="1">
            <a:spLocks/>
          </p:cNvSpPr>
          <p:nvPr/>
        </p:nvSpPr>
        <p:spPr>
          <a:xfrm rot="10800000" flipV="1">
            <a:off x="1529633" y="386007"/>
            <a:ext cx="1938529" cy="596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200" b="1">
                <a:solidFill>
                  <a:srgbClr val="2C3E50"/>
                </a:solidFill>
              </a:defRPr>
            </a:pPr>
            <a:r>
              <a:rPr lang="en-US" sz="2000" b="1" dirty="0"/>
              <a:t>DFD Level 3 :</a:t>
            </a:r>
            <a:endParaRPr lang="en-IN" sz="20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FF88969-6E74-295F-2E27-8B500706B9BB}"/>
              </a:ext>
            </a:extLst>
          </p:cNvPr>
          <p:cNvSpPr/>
          <p:nvPr/>
        </p:nvSpPr>
        <p:spPr>
          <a:xfrm>
            <a:off x="4407061" y="1255776"/>
            <a:ext cx="1682496" cy="13660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Login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5C2D2D-F46D-DAD2-B2C4-EEB02236B657}"/>
              </a:ext>
            </a:extLst>
          </p:cNvPr>
          <p:cNvCxnSpPr/>
          <p:nvPr/>
        </p:nvCxnSpPr>
        <p:spPr>
          <a:xfrm>
            <a:off x="7756649" y="1489093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9DA610-9A67-6680-9762-76A065AA7E18}"/>
              </a:ext>
            </a:extLst>
          </p:cNvPr>
          <p:cNvCxnSpPr/>
          <p:nvPr/>
        </p:nvCxnSpPr>
        <p:spPr>
          <a:xfrm>
            <a:off x="7756649" y="1492141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F8935F-397E-6F80-0676-47593E61AE64}"/>
              </a:ext>
            </a:extLst>
          </p:cNvPr>
          <p:cNvCxnSpPr>
            <a:cxnSpLocks/>
          </p:cNvCxnSpPr>
          <p:nvPr/>
        </p:nvCxnSpPr>
        <p:spPr>
          <a:xfrm>
            <a:off x="7756649" y="2357773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DE24C6-CDD9-783D-1563-296F308EE21D}"/>
              </a:ext>
            </a:extLst>
          </p:cNvPr>
          <p:cNvCxnSpPr>
            <a:cxnSpLocks/>
          </p:cNvCxnSpPr>
          <p:nvPr/>
        </p:nvCxnSpPr>
        <p:spPr>
          <a:xfrm>
            <a:off x="7939529" y="1492141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BBE966BC-A2D8-9C4C-D215-6BFF0C2FF131}"/>
              </a:ext>
            </a:extLst>
          </p:cNvPr>
          <p:cNvSpPr/>
          <p:nvPr/>
        </p:nvSpPr>
        <p:spPr>
          <a:xfrm>
            <a:off x="1216207" y="1551608"/>
            <a:ext cx="1743341" cy="7589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Users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75CD4AF-452C-6A71-07C5-760CC7CDE265}"/>
              </a:ext>
            </a:extLst>
          </p:cNvPr>
          <p:cNvCxnSpPr>
            <a:cxnSpLocks/>
          </p:cNvCxnSpPr>
          <p:nvPr/>
        </p:nvCxnSpPr>
        <p:spPr>
          <a:xfrm>
            <a:off x="2947471" y="1923463"/>
            <a:ext cx="14447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1621244-C8BD-600B-9C3D-47DB26BAC4E7}"/>
              </a:ext>
            </a:extLst>
          </p:cNvPr>
          <p:cNvSpPr txBox="1"/>
          <p:nvPr/>
        </p:nvSpPr>
        <p:spPr>
          <a:xfrm>
            <a:off x="8000373" y="1708604"/>
            <a:ext cx="1117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users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C7EE14F-1AE2-9DCE-D4AC-A60A5A9E14D1}"/>
              </a:ext>
            </a:extLst>
          </p:cNvPr>
          <p:cNvCxnSpPr>
            <a:cxnSpLocks/>
          </p:cNvCxnSpPr>
          <p:nvPr/>
        </p:nvCxnSpPr>
        <p:spPr>
          <a:xfrm>
            <a:off x="5287525" y="2621855"/>
            <a:ext cx="6096" cy="725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AAD3DEB6-70DC-36F3-EC54-9B7E39F52FB8}"/>
              </a:ext>
            </a:extLst>
          </p:cNvPr>
          <p:cNvSpPr/>
          <p:nvPr/>
        </p:nvSpPr>
        <p:spPr>
          <a:xfrm>
            <a:off x="4415009" y="3375807"/>
            <a:ext cx="1743559" cy="13527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View service</a:t>
            </a:r>
          </a:p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providers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9E71869-82C7-3779-ABDF-1FA58CB930E4}"/>
              </a:ext>
            </a:extLst>
          </p:cNvPr>
          <p:cNvCxnSpPr/>
          <p:nvPr/>
        </p:nvCxnSpPr>
        <p:spPr>
          <a:xfrm>
            <a:off x="6085309" y="1937149"/>
            <a:ext cx="1682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84FFAA2-1198-2C4D-C625-A7CF20DBEA8D}"/>
              </a:ext>
            </a:extLst>
          </p:cNvPr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A6DE2F-7573-18EC-D26C-CE9CE8916932}"/>
              </a:ext>
            </a:extLst>
          </p:cNvPr>
          <p:cNvCxnSpPr>
            <a:cxnSpLocks/>
            <a:stCxn id="14" idx="4"/>
          </p:cNvCxnSpPr>
          <p:nvPr/>
        </p:nvCxnSpPr>
        <p:spPr>
          <a:xfrm>
            <a:off x="5286789" y="4728540"/>
            <a:ext cx="3959" cy="522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F9CEB12-03DF-0830-F23D-F125D714DA24}"/>
              </a:ext>
            </a:extLst>
          </p:cNvPr>
          <p:cNvSpPr/>
          <p:nvPr/>
        </p:nvSpPr>
        <p:spPr>
          <a:xfrm>
            <a:off x="4446640" y="5236243"/>
            <a:ext cx="1743559" cy="13527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Track requests</a:t>
            </a:r>
            <a:endParaRPr lang="en-IN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4D4955A-A1DA-695B-D5FF-4DCBD6AC0BC3}"/>
              </a:ext>
            </a:extLst>
          </p:cNvPr>
          <p:cNvCxnSpPr>
            <a:cxnSpLocks/>
          </p:cNvCxnSpPr>
          <p:nvPr/>
        </p:nvCxnSpPr>
        <p:spPr>
          <a:xfrm>
            <a:off x="7805537" y="5514749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83CDD26-5EC4-3D37-B5C7-7A914F156A01}"/>
              </a:ext>
            </a:extLst>
          </p:cNvPr>
          <p:cNvCxnSpPr>
            <a:cxnSpLocks/>
          </p:cNvCxnSpPr>
          <p:nvPr/>
        </p:nvCxnSpPr>
        <p:spPr>
          <a:xfrm>
            <a:off x="7805537" y="5517797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8116F0C-600A-648D-2321-E08A3B093D53}"/>
              </a:ext>
            </a:extLst>
          </p:cNvPr>
          <p:cNvCxnSpPr>
            <a:cxnSpLocks/>
          </p:cNvCxnSpPr>
          <p:nvPr/>
        </p:nvCxnSpPr>
        <p:spPr>
          <a:xfrm>
            <a:off x="7805537" y="6383429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2EAA941-0E88-FAA8-A263-9D96551969EC}"/>
              </a:ext>
            </a:extLst>
          </p:cNvPr>
          <p:cNvCxnSpPr>
            <a:cxnSpLocks/>
          </p:cNvCxnSpPr>
          <p:nvPr/>
        </p:nvCxnSpPr>
        <p:spPr>
          <a:xfrm>
            <a:off x="7988417" y="5517797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5B3318C-6F3B-AAA3-C220-8740D944369D}"/>
              </a:ext>
            </a:extLst>
          </p:cNvPr>
          <p:cNvSpPr txBox="1"/>
          <p:nvPr/>
        </p:nvSpPr>
        <p:spPr>
          <a:xfrm>
            <a:off x="8049262" y="5734260"/>
            <a:ext cx="1094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requests</a:t>
            </a:r>
            <a:endParaRPr lang="en-IN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7323DBC-6434-A6E8-FE0B-41B319C1A51C}"/>
              </a:ext>
            </a:extLst>
          </p:cNvPr>
          <p:cNvCxnSpPr>
            <a:cxnSpLocks/>
          </p:cNvCxnSpPr>
          <p:nvPr/>
        </p:nvCxnSpPr>
        <p:spPr>
          <a:xfrm>
            <a:off x="6168701" y="5962805"/>
            <a:ext cx="16336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DB57F60-C3A1-EF0B-2F9A-C59BA8383021}"/>
              </a:ext>
            </a:extLst>
          </p:cNvPr>
          <p:cNvCxnSpPr/>
          <p:nvPr/>
        </p:nvCxnSpPr>
        <p:spPr>
          <a:xfrm>
            <a:off x="7831415" y="3634199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E2A503A-5B4F-623B-B871-B68D9BFA94FA}"/>
              </a:ext>
            </a:extLst>
          </p:cNvPr>
          <p:cNvCxnSpPr/>
          <p:nvPr/>
        </p:nvCxnSpPr>
        <p:spPr>
          <a:xfrm>
            <a:off x="7831415" y="3637247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96557C1-7A3F-B571-6180-88703D638213}"/>
              </a:ext>
            </a:extLst>
          </p:cNvPr>
          <p:cNvCxnSpPr>
            <a:cxnSpLocks/>
          </p:cNvCxnSpPr>
          <p:nvPr/>
        </p:nvCxnSpPr>
        <p:spPr>
          <a:xfrm>
            <a:off x="7831415" y="4502879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BDC9025-868D-C746-D8F6-D13E8342B2BF}"/>
              </a:ext>
            </a:extLst>
          </p:cNvPr>
          <p:cNvCxnSpPr>
            <a:cxnSpLocks/>
          </p:cNvCxnSpPr>
          <p:nvPr/>
        </p:nvCxnSpPr>
        <p:spPr>
          <a:xfrm>
            <a:off x="8014295" y="3637247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DAFA13E-AC24-AB46-CFDE-36C3E7B85B95}"/>
              </a:ext>
            </a:extLst>
          </p:cNvPr>
          <p:cNvSpPr txBox="1"/>
          <p:nvPr/>
        </p:nvSpPr>
        <p:spPr>
          <a:xfrm>
            <a:off x="8075139" y="3853710"/>
            <a:ext cx="1068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providers</a:t>
            </a:r>
            <a:endParaRPr lang="en-IN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F72C2C8-0AD4-8AD8-8E56-868B5954F814}"/>
              </a:ext>
            </a:extLst>
          </p:cNvPr>
          <p:cNvCxnSpPr/>
          <p:nvPr/>
        </p:nvCxnSpPr>
        <p:spPr>
          <a:xfrm>
            <a:off x="6160075" y="4082255"/>
            <a:ext cx="1682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706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68F706-3D0B-6C50-C6FE-C39367264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>
            <a:extLst>
              <a:ext uri="{FF2B5EF4-FFF2-40B4-BE49-F238E27FC236}">
                <a16:creationId xmlns:a16="http://schemas.microsoft.com/office/drawing/2014/main" id="{02CD86D2-D701-8E65-D216-1D2C29CB9BFD}"/>
              </a:ext>
            </a:extLst>
          </p:cNvPr>
          <p:cNvSpPr/>
          <p:nvPr/>
        </p:nvSpPr>
        <p:spPr>
          <a:xfrm>
            <a:off x="4320800" y="888535"/>
            <a:ext cx="1500193" cy="13365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</a:p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profile</a:t>
            </a:r>
            <a:endParaRPr lang="en-IN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20A1A1A9-466C-88FD-F307-5E9D4A233067}"/>
              </a:ext>
            </a:extLst>
          </p:cNvPr>
          <p:cNvSpPr/>
          <p:nvPr/>
        </p:nvSpPr>
        <p:spPr>
          <a:xfrm>
            <a:off x="1138573" y="1180676"/>
            <a:ext cx="1731264" cy="7589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users</a:t>
            </a:r>
            <a:endParaRPr lang="en-IN" sz="14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CDED1D5-8891-D990-3E38-7AEDB199BDE6}"/>
              </a:ext>
            </a:extLst>
          </p:cNvPr>
          <p:cNvCxnSpPr>
            <a:cxnSpLocks/>
          </p:cNvCxnSpPr>
          <p:nvPr/>
        </p:nvCxnSpPr>
        <p:spPr>
          <a:xfrm>
            <a:off x="2869836" y="1552531"/>
            <a:ext cx="14347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BA3CA42-BFA7-F162-D794-FD755727298E}"/>
              </a:ext>
            </a:extLst>
          </p:cNvPr>
          <p:cNvSpPr/>
          <p:nvPr/>
        </p:nvSpPr>
        <p:spPr>
          <a:xfrm>
            <a:off x="-103509" y="0"/>
            <a:ext cx="9144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C90A231-0A75-2A60-ADA7-E649F8DB66A9}"/>
              </a:ext>
            </a:extLst>
          </p:cNvPr>
          <p:cNvCxnSpPr/>
          <p:nvPr/>
        </p:nvCxnSpPr>
        <p:spPr>
          <a:xfrm>
            <a:off x="7506483" y="1092281"/>
            <a:ext cx="0" cy="871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07F5498-52A4-8819-65E4-4BE3F0A87273}"/>
              </a:ext>
            </a:extLst>
          </p:cNvPr>
          <p:cNvCxnSpPr/>
          <p:nvPr/>
        </p:nvCxnSpPr>
        <p:spPr>
          <a:xfrm>
            <a:off x="7506483" y="1095329"/>
            <a:ext cx="12435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343745-7620-1655-D859-1F0207D414DA}"/>
              </a:ext>
            </a:extLst>
          </p:cNvPr>
          <p:cNvCxnSpPr>
            <a:cxnSpLocks/>
          </p:cNvCxnSpPr>
          <p:nvPr/>
        </p:nvCxnSpPr>
        <p:spPr>
          <a:xfrm>
            <a:off x="7506483" y="1960961"/>
            <a:ext cx="1243584" cy="3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2B9C4E-9BAA-DAFA-F608-4304095F82B2}"/>
              </a:ext>
            </a:extLst>
          </p:cNvPr>
          <p:cNvCxnSpPr>
            <a:cxnSpLocks/>
          </p:cNvCxnSpPr>
          <p:nvPr/>
        </p:nvCxnSpPr>
        <p:spPr>
          <a:xfrm>
            <a:off x="7689363" y="1095329"/>
            <a:ext cx="0" cy="868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C6F3606-FEFE-94AC-AC4D-1D22C1603A06}"/>
              </a:ext>
            </a:extLst>
          </p:cNvPr>
          <p:cNvSpPr txBox="1"/>
          <p:nvPr/>
        </p:nvSpPr>
        <p:spPr>
          <a:xfrm>
            <a:off x="7750207" y="1311792"/>
            <a:ext cx="1117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users</a:t>
            </a:r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A09E5E-8BC2-2521-BC70-8B52F326DDD0}"/>
              </a:ext>
            </a:extLst>
          </p:cNvPr>
          <p:cNvCxnSpPr/>
          <p:nvPr/>
        </p:nvCxnSpPr>
        <p:spPr>
          <a:xfrm>
            <a:off x="5835143" y="1540337"/>
            <a:ext cx="1682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996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416</Words>
  <Application>Microsoft Office PowerPoint</Application>
  <PresentationFormat>On-screen Show (4:3)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Tech Service Support</vt:lpstr>
      <vt:lpstr>1. About the Project</vt:lpstr>
      <vt:lpstr>2. Hardware &amp; Software Specifications</vt:lpstr>
      <vt:lpstr>3. Problem Definition</vt:lpstr>
      <vt:lpstr>4. System Study</vt:lpstr>
      <vt:lpstr>5. Proposed System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Logeswaran K</cp:lastModifiedBy>
  <cp:revision>8</cp:revision>
  <dcterms:created xsi:type="dcterms:W3CDTF">2013-01-27T09:14:16Z</dcterms:created>
  <dcterms:modified xsi:type="dcterms:W3CDTF">2026-01-24T11:22:14Z</dcterms:modified>
  <cp:category/>
</cp:coreProperties>
</file>